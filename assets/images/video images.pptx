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8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3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2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1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2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9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1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06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7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90766-6491-4E1C-84C1-A7B6DBE936B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66B7E-F2B1-4997-87C0-EAC24A6CEDD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9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5" y="255670"/>
            <a:ext cx="2844585" cy="517921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52" y="255670"/>
            <a:ext cx="2659797" cy="517921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431" y="255670"/>
            <a:ext cx="2678649" cy="517921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973" y="255670"/>
            <a:ext cx="2538255" cy="517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806" y="284869"/>
            <a:ext cx="3167518" cy="612773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53" y="214283"/>
            <a:ext cx="3181807" cy="61983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170" y="296213"/>
            <a:ext cx="3111419" cy="611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742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2</cp:revision>
  <dcterms:created xsi:type="dcterms:W3CDTF">2025-12-17T20:52:10Z</dcterms:created>
  <dcterms:modified xsi:type="dcterms:W3CDTF">2025-12-18T04:43:49Z</dcterms:modified>
</cp:coreProperties>
</file>